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cc2d09c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cc2d09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d09a2b5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d09a2b5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cc2d09c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cc2d09c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cc2d09c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cc2d09c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cc2d09c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cc2d09c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d09a2b5a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d09a2b5a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cc2d09cd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cc2d09c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gSHd87OxV9lMGyYuL7m6IwtHUoTBj-bI/view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 Countdown Timer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By Joseph Cabrera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575" y="3060750"/>
            <a:ext cx="2488899" cy="189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Diagram Pt. 1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246900" y="1196100"/>
            <a:ext cx="22278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ESP32-Devkit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700" y="1052600"/>
            <a:ext cx="6507824" cy="37034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295725" y="3106850"/>
            <a:ext cx="1176300" cy="170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46900" y="1757425"/>
            <a:ext cx="216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3 Pushbuttons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574050" y="1111725"/>
            <a:ext cx="1222500" cy="3540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46900" y="2285400"/>
            <a:ext cx="216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Buzzer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572000" y="4167850"/>
            <a:ext cx="654600" cy="57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46900" y="2795300"/>
            <a:ext cx="22278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Clock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233200" y="3049200"/>
            <a:ext cx="1061100" cy="133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46900" y="3608300"/>
            <a:ext cx="22278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Grounded Mounting Holes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099675" y="2391850"/>
            <a:ext cx="2202600" cy="795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Diagram Pt.2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242475" y="4159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7-segment LED connected directly to ESP32-Devkit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25" y="983739"/>
            <a:ext cx="7594351" cy="31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671200" y="846475"/>
            <a:ext cx="1764600" cy="991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930025" y="4271625"/>
            <a:ext cx="25833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 Driver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513075" y="1861350"/>
            <a:ext cx="1395300" cy="1130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42475" y="4490775"/>
            <a:ext cx="58125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Eight 7-segment LEDs driven by display driver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012300" y="1780625"/>
            <a:ext cx="5085900" cy="2433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775225" y="3121950"/>
            <a:ext cx="18453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6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 Layout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2425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ESP32-Devkit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925" y="963500"/>
            <a:ext cx="6861074" cy="40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242500" y="1515375"/>
            <a:ext cx="207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Clock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276000" y="1515375"/>
            <a:ext cx="3033000" cy="176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638350" y="1152475"/>
            <a:ext cx="657300" cy="572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42500" y="2093100"/>
            <a:ext cx="20730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 Driver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346725" y="2571750"/>
            <a:ext cx="542100" cy="478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42500" y="2393100"/>
            <a:ext cx="22509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Nine 7-segment LEDs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150675" y="3210650"/>
            <a:ext cx="5062800" cy="103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42500" y="2958000"/>
            <a:ext cx="207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Three Pushbuttons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073275" y="4260100"/>
            <a:ext cx="657300" cy="572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384813" y="4260100"/>
            <a:ext cx="657300" cy="572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696375" y="4260100"/>
            <a:ext cx="657300" cy="572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42500" y="3572150"/>
            <a:ext cx="207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Buzzer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7936675" y="3395175"/>
            <a:ext cx="749700" cy="749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236975" y="3925675"/>
            <a:ext cx="1870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</a:pPr>
            <a:r>
              <a:rPr lang="en"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Test Points</a:t>
            </a:r>
            <a:endParaRPr sz="1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955800" y="1822063"/>
            <a:ext cx="1870500" cy="1331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 Photos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50" y="1017725"/>
            <a:ext cx="2964599" cy="395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774" y="220188"/>
            <a:ext cx="3527351" cy="47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Design (Bottom)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1700" y="1229300"/>
            <a:ext cx="23778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screw holes diameter of 2.6mm</a:t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200" y="1017725"/>
            <a:ext cx="6204801" cy="39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311700" y="2657075"/>
            <a:ext cx="22257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Micro USB 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insert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hole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223200" y="1261650"/>
            <a:ext cx="553500" cy="749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867450" y="2783948"/>
            <a:ext cx="417600" cy="519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3219875" y="2841600"/>
            <a:ext cx="553500" cy="519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762825" y="4239500"/>
            <a:ext cx="622800" cy="572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7614900" y="3222575"/>
            <a:ext cx="830400" cy="58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Design (Top)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311700" y="1152475"/>
            <a:ext cx="351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tangential pins for </a:t>
            </a:r>
            <a:r>
              <a:rPr lang="en"/>
              <a:t>connecting</a:t>
            </a:r>
            <a:r>
              <a:rPr lang="en"/>
              <a:t> to the bottom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800" y="258325"/>
            <a:ext cx="4863125" cy="27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575" y="2194775"/>
            <a:ext cx="3665524" cy="237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4223200" y="823425"/>
            <a:ext cx="3489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264450" y="246950"/>
            <a:ext cx="4497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045350" y="2587900"/>
            <a:ext cx="588300" cy="484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8190400" y="2080475"/>
            <a:ext cx="5421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4303925" y="3060725"/>
            <a:ext cx="45900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Holes for 7-segment LEDs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298313" y="3443050"/>
            <a:ext cx="4436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Holes for pushbuttons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4280875" y="3798800"/>
            <a:ext cx="380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Hole for the buzzer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280875" y="4169700"/>
            <a:ext cx="3805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Indent for micro USB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3012300" y="3072400"/>
            <a:ext cx="348900" cy="311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060925" y="2587900"/>
            <a:ext cx="348900" cy="311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703800" y="3443050"/>
            <a:ext cx="3984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254100" y="3662275"/>
            <a:ext cx="4497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847500" y="3858300"/>
            <a:ext cx="398400" cy="39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19"/>
          <p:cNvSpPr/>
          <p:nvPr/>
        </p:nvSpPr>
        <p:spPr>
          <a:xfrm rot="-1419813">
            <a:off x="1440502" y="3491799"/>
            <a:ext cx="1757253" cy="2945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7160100" y="3798800"/>
            <a:ext cx="1672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Some text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61" name="Google Shape;161;p20" title="Untitled video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275" y="1017725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